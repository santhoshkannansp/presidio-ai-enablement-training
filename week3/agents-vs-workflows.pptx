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>
      <p:cViewPr varScale="1">
        <p:scale>
          <a:sx n="126" d="100"/>
          <a:sy n="126" d="100"/>
        </p:scale>
        <p:origin x="23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39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4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99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509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0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6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6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7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3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52D1346-DEFA-0247-BA44-746244D5864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097B968-FBFD-AE4F-AA2E-51869ACF1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7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7E6FA1-1C31-A8D2-F330-098471985BCC}"/>
              </a:ext>
            </a:extLst>
          </p:cNvPr>
          <p:cNvSpPr txBox="1"/>
          <p:nvPr/>
        </p:nvSpPr>
        <p:spPr>
          <a:xfrm>
            <a:off x="2343150" y="3013501"/>
            <a:ext cx="7505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AI Workflows and Agents</a:t>
            </a:r>
          </a:p>
        </p:txBody>
      </p:sp>
    </p:spTree>
    <p:extLst>
      <p:ext uri="{BB962C8B-B14F-4D97-AF65-F5344CB8AC3E}">
        <p14:creationId xmlns:p14="http://schemas.microsoft.com/office/powerpoint/2010/main" val="675840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26369-3EBF-1755-CE0D-E8DB5030E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E0E1D8-7114-2E1A-74A0-2951A9E70777}"/>
              </a:ext>
            </a:extLst>
          </p:cNvPr>
          <p:cNvSpPr txBox="1"/>
          <p:nvPr/>
        </p:nvSpPr>
        <p:spPr>
          <a:xfrm>
            <a:off x="3096895" y="483661"/>
            <a:ext cx="5998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4500D1-4C9F-3824-376F-7F3A1A6F4A65}"/>
              </a:ext>
            </a:extLst>
          </p:cNvPr>
          <p:cNvSpPr txBox="1"/>
          <p:nvPr/>
        </p:nvSpPr>
        <p:spPr>
          <a:xfrm>
            <a:off x="343535" y="2613392"/>
            <a:ext cx="118484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Migrating ETL jobs from low-code tool to AWS Glue jobs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The migrated jobs should replicate all functionalities of the original jobs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The jobs need to be tested against the provided test cases to verify their correctness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Once tested, the jobs should be deployed to AWS Glue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After deployment, a dry run should be performed to verify the deployment</a:t>
            </a:r>
          </a:p>
        </p:txBody>
      </p:sp>
    </p:spTree>
    <p:extLst>
      <p:ext uri="{BB962C8B-B14F-4D97-AF65-F5344CB8AC3E}">
        <p14:creationId xmlns:p14="http://schemas.microsoft.com/office/powerpoint/2010/main" val="163622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06F26-8AD6-768A-A60F-74BFA935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0C10BA-E1E8-2142-D1A4-17F8D970EFE5}"/>
              </a:ext>
            </a:extLst>
          </p:cNvPr>
          <p:cNvSpPr txBox="1"/>
          <p:nvPr/>
        </p:nvSpPr>
        <p:spPr>
          <a:xfrm>
            <a:off x="4159566" y="432861"/>
            <a:ext cx="3872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AI Workflow</a:t>
            </a:r>
          </a:p>
        </p:txBody>
      </p:sp>
      <p:pic>
        <p:nvPicPr>
          <p:cNvPr id="13" name="Picture 12" descr="AI Workflow">
            <a:extLst>
              <a:ext uri="{FF2B5EF4-FFF2-40B4-BE49-F238E27FC236}">
                <a16:creationId xmlns:a16="http://schemas.microsoft.com/office/drawing/2014/main" id="{2E8CB93E-AC48-8F81-E235-12869A2C8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409" y="1447928"/>
            <a:ext cx="6821177" cy="497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7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72B8-A2C4-B817-E898-0E7C35D33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FEA5C4-FE53-48B9-6717-88B3BA7AC33C}"/>
              </a:ext>
            </a:extLst>
          </p:cNvPr>
          <p:cNvSpPr txBox="1"/>
          <p:nvPr/>
        </p:nvSpPr>
        <p:spPr>
          <a:xfrm>
            <a:off x="2521741" y="290621"/>
            <a:ext cx="7148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Limitations of Workflow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3680B-1C73-226F-3BCB-B6DEEB4F4D86}"/>
              </a:ext>
            </a:extLst>
          </p:cNvPr>
          <p:cNvSpPr txBox="1"/>
          <p:nvPr/>
        </p:nvSpPr>
        <p:spPr>
          <a:xfrm>
            <a:off x="343535" y="2613392"/>
            <a:ext cx="118484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All possibilities needs to be predefined (Python or </a:t>
            </a:r>
            <a:r>
              <a:rPr lang="en-US" sz="2000" b="1" dirty="0" err="1">
                <a:solidFill>
                  <a:schemeClr val="bg1"/>
                </a:solidFill>
              </a:rPr>
              <a:t>Pyspark</a:t>
            </a:r>
            <a:r>
              <a:rPr lang="en-US" sz="2000" b="1" dirty="0">
                <a:solidFill>
                  <a:schemeClr val="bg1"/>
                </a:solidFill>
              </a:rPr>
              <a:t> job, Error handling)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Cannot perform multi-step reasoning for jobs with complex transformation logic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Tool orchestrator needs to be predefined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Reusability is limited when using with a different low-code tool migration</a:t>
            </a:r>
          </a:p>
        </p:txBody>
      </p:sp>
    </p:spTree>
    <p:extLst>
      <p:ext uri="{BB962C8B-B14F-4D97-AF65-F5344CB8AC3E}">
        <p14:creationId xmlns:p14="http://schemas.microsoft.com/office/powerpoint/2010/main" val="376818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FAF2-1402-FF2A-034A-7D7D3137F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66DB22-C2C4-87B6-1810-F6648FBCC716}"/>
              </a:ext>
            </a:extLst>
          </p:cNvPr>
          <p:cNvSpPr txBox="1"/>
          <p:nvPr/>
        </p:nvSpPr>
        <p:spPr>
          <a:xfrm>
            <a:off x="4477540" y="360084"/>
            <a:ext cx="3236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AI Agent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C8BE4A7E-4DC3-74E6-A015-23990529D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52" y="1371763"/>
            <a:ext cx="6422091" cy="512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1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BFAD5-7ADB-A934-4C09-9A8FFA18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156321-9D84-A93C-05C6-71D8E5A8949D}"/>
              </a:ext>
            </a:extLst>
          </p:cNvPr>
          <p:cNvSpPr txBox="1"/>
          <p:nvPr/>
        </p:nvSpPr>
        <p:spPr>
          <a:xfrm>
            <a:off x="3210637" y="300781"/>
            <a:ext cx="6114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Limitations of Agent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2466FD-847F-451C-040A-F6E0720C3766}"/>
              </a:ext>
            </a:extLst>
          </p:cNvPr>
          <p:cNvSpPr txBox="1"/>
          <p:nvPr/>
        </p:nvSpPr>
        <p:spPr>
          <a:xfrm>
            <a:off x="343535" y="2613392"/>
            <a:ext cx="118484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Execution may take a long time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Expensive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Agent may try to over-engineer simple problems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Difficult to debug and monitor the agents</a:t>
            </a:r>
          </a:p>
        </p:txBody>
      </p:sp>
    </p:spTree>
    <p:extLst>
      <p:ext uri="{BB962C8B-B14F-4D97-AF65-F5344CB8AC3E}">
        <p14:creationId xmlns:p14="http://schemas.microsoft.com/office/powerpoint/2010/main" val="2210823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84E2-6B8D-78F9-B697-9AD7F33F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3E595E-CA30-3DE2-0D68-3E59556241D8}"/>
              </a:ext>
            </a:extLst>
          </p:cNvPr>
          <p:cNvSpPr txBox="1"/>
          <p:nvPr/>
        </p:nvSpPr>
        <p:spPr>
          <a:xfrm>
            <a:off x="4095510" y="260141"/>
            <a:ext cx="4000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When to 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7B06AC-F168-0EFC-5830-8C9EA8A785BB}"/>
              </a:ext>
            </a:extLst>
          </p:cNvPr>
          <p:cNvSpPr txBox="1"/>
          <p:nvPr/>
        </p:nvSpPr>
        <p:spPr>
          <a:xfrm>
            <a:off x="343535" y="2091412"/>
            <a:ext cx="11848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Task is predictable and easily definable as steps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Need control over execution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Need to be cost-effective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C66DB-8ECE-1ACD-2C4C-827EE27BB74A}"/>
              </a:ext>
            </a:extLst>
          </p:cNvPr>
          <p:cNvSpPr txBox="1"/>
          <p:nvPr/>
        </p:nvSpPr>
        <p:spPr>
          <a:xfrm>
            <a:off x="343535" y="1091138"/>
            <a:ext cx="4000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Workflows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DBFE1-F619-8E15-6EDA-33376FD148CB}"/>
              </a:ext>
            </a:extLst>
          </p:cNvPr>
          <p:cNvSpPr txBox="1"/>
          <p:nvPr/>
        </p:nvSpPr>
        <p:spPr>
          <a:xfrm>
            <a:off x="434975" y="4692124"/>
            <a:ext cx="11848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Tasks are open-ended and exploratory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Human-like reasoning is needed for better output</a:t>
            </a:r>
          </a:p>
          <a:p>
            <a:pPr marL="342900" indent="-342900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Adaptability is required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5794E-0519-C84C-EE83-8ED931172CA2}"/>
              </a:ext>
            </a:extLst>
          </p:cNvPr>
          <p:cNvSpPr txBox="1"/>
          <p:nvPr/>
        </p:nvSpPr>
        <p:spPr>
          <a:xfrm>
            <a:off x="434975" y="3691850"/>
            <a:ext cx="4000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315001326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60</TotalTime>
  <Words>175</Words>
  <Application>Microsoft Macintosh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P, Santhosh Kannan</dc:creator>
  <cp:lastModifiedBy>S P, Santhosh Kannan</cp:lastModifiedBy>
  <cp:revision>1</cp:revision>
  <dcterms:created xsi:type="dcterms:W3CDTF">2026-01-19T09:21:59Z</dcterms:created>
  <dcterms:modified xsi:type="dcterms:W3CDTF">2026-01-19T10:22:38Z</dcterms:modified>
</cp:coreProperties>
</file>